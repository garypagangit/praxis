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saying this is the lead positive result after portfolio triage. The claim is deliberately narrow and evidence-bounded.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deployment realism, not benchmark polishing.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sets up why we moved from more routing or weighting to deployment-time adaptation.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gates prevent a broad post-hoc tuning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is not unconstrained TTA. The safety gate is the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validation/test Recon gap before the committee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clearly: this is not a broad ranking-quality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defense against the simplest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Hardening supports the locked story but does not replace the locked primary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figures to reinforce the decision-policy framing and DE safety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helps the committee trust the result because the boundary is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discipline: narrow result, strong evidence, honest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37"/>
                </a:solidFill>
              </a:defRPr>
            </a:pPr>
            <a:r>
              <a:t>Selective Test-Time Adaptation for Streaming APT Stage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Under Source-File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97180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1F2937"/>
                </a:solidFill>
              </a:defRPr>
            </a:pPr>
            <a:r>
              <a:t>Praxis 06 defense result: narrow, locked, cloud-audited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2120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1F2937"/>
                </a:solidFill>
              </a:defRPr>
            </a:pPr>
            <a:r>
              <a:t>Core claim: safety-gated no-label TTA recovers shifted Reconnaissance without a broad TTA generality claim.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</a:defRPr>
            </a:pPr>
            <a:r>
              <a:t>APT stage detection under deployment-style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1F2937"/>
                </a:solidFill>
              </a:defRPr>
            </a:pPr>
            <a:r>
              <a:t>Source-file, day, host, and traffic shift are deployment realities.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Rare stages can collapse even when the overall detector appears usable.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Reconnaissance is operationally important but fragile under shift.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Security ML needs improvement without damaging high-consequence stages.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Why Previous Paths Were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1F2937"/>
                </a:solidFill>
              </a:defRPr>
            </a:pPr>
            <a:r>
              <a:t>Praxis 04 stage routing failed under shift.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Treatment-Stage Macro-F1 0.5981 vs Baseline-TSE 0.6313.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Stage-conditioned imbalance did not rescue rare classes cleanly.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OpTC provenance labels are ready; detector generalization remains blocked.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Research Questions And Decision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78992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638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Improve Macro-F1?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delta &gt;= +0.05</a:t>
                      </a:r>
                    </a:p>
                  </a:txBody>
                  <a:tcPr/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Recover Recon?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delta &gt;= +0.25</a:t>
                      </a:r>
                    </a:p>
                  </a:txBody>
                  <a:tcPr/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Preserve DE?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mean delta &gt;= 0; per-seed &gt;= -0.05</a:t>
                      </a:r>
                    </a:p>
                  </a:txBody>
                  <a:tcPr/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Stay selective?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override &lt;= 0.05 in locked replay</a:t>
                      </a:r>
                    </a:p>
                  </a:txBody>
                  <a:tcPr/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More than filtering?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confidence-reject Recon remains collapsed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Method: Selective TTA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ure1_metho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492240" cy="30660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20624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2937"/>
                </a:solidFill>
              </a:defRPr>
            </a:pPr>
            <a:r>
              <a:t>Frozen support-floor MLP produces baseline probabilities.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BatchNorm adaptation updates unlabeled stream statistics.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recon_guarded gate accepts only selected adapted decisions.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Confident Data Exfiltration predictions are protected.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Data And Leakage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79552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1591055"/>
                <a:gridCol w="1591055"/>
                <a:gridCol w="1591055"/>
                <a:gridCol w="1591059"/>
              </a:tblGrid>
              <a:tr h="4800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Sources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Recon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307,733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5,151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3,077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61,886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23,791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2,253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65,869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5,852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2,192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657600"/>
            <a:ext cx="98755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F2937"/>
                </a:solidFill>
              </a:defRPr>
            </a:pPr>
            <a:r>
              <a:t>Held-out source-file split.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Zero source/group overlap across splits.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Temporal deltas use reset_each_split.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Validation is Recon-heavy; sensitivity check is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Main Locked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78992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  <a:gridCol w="1798320"/>
                <a:gridCol w="1798320"/>
                <a:gridCol w="1798320"/>
              </a:tblGrid>
              <a:tr h="4419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Recon F1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 F1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Frozen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Locked selective 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0.5050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0.0470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15468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1F2937"/>
                </a:solidFill>
              </a:defRPr>
            </a:pPr>
            <a:r>
              <a:t>Macro-F1 delta: +0.0974.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Recon F1 delta: +0.4800.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PR-AUC delta: only +0.0006.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Interpretation: operating-point decision-policy improvement.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Alternative Explanation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1F2937"/>
                </a:solidFill>
              </a:defRPr>
            </a:pPr>
            <a:r>
              <a:t>Critique: maybe TTA only filters uncertain rows.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Control: reject the same fraction of frozen predictions.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Matched reject rate: 4.7%.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Result: frozen confidence rejection leaves Recon F1 at 0.0000.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4846320"/>
          <a:ext cx="10149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9968"/>
                <a:gridCol w="2029968"/>
                <a:gridCol w="2029968"/>
                <a:gridCol w="2029968"/>
                <a:gridCol w="2029968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Reject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Macro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Recon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Frozen confidence 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0.9374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Defense Hardening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F2937"/>
                </a:solidFill>
              </a:defRPr>
            </a:pPr>
            <a:r>
              <a:t>Seven-seed robustness: Recon F1 0.5147 +/- 0.0589.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Validation-distribution sensitivity mostly preserves the effect.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Stronger frozen baselines still collapse on Recon.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BN stream-order ablation checked.</a:t>
            </a:r>
          </a:p>
          <a:p>
            <a:pPr>
              <a:defRPr sz="1900">
                <a:solidFill>
                  <a:srgbClr val="1F2937"/>
                </a:solidFill>
              </a:defRPr>
            </a:pPr>
            <a:r>
              <a:t>Override-to-Recon fraction: 0.8075; override-from-DE count: 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Operating-Point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ure4_recon_pr_operating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5394960" cy="4064696"/>
          </a:xfrm>
          <a:prstGeom prst="rect">
            <a:avLst/>
          </a:prstGeom>
        </p:spPr>
      </p:pic>
      <p:pic>
        <p:nvPicPr>
          <p:cNvPr id="5" name="Picture 4" descr="figure5_de_pr_operating_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394960" cy="40646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Boundary Conditions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325880"/>
          <a:ext cx="7223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DAPT item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MLP 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0.6353 +/- 0.0043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MLP Recon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0.8932 +/- 0.0089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TTA Macro 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-0.2874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TTA Recon 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-0.6589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417320"/>
            <a:ext cx="338328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2937"/>
                </a:solidFill>
              </a:defRPr>
            </a:pPr>
            <a:r>
              <a:t>DAPT supports detector-recipe transfer only.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DAPT does not support TTA generality.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DAPT DE support is too small for a DE safety claim.</a:t>
            </a:r>
          </a:p>
          <a:p>
            <a:pPr>
              <a:defRPr sz="1700">
                <a:solidFill>
                  <a:srgbClr val="1F2937"/>
                </a:solidFill>
              </a:defRPr>
            </a:pPr>
            <a:r>
              <a:t>The boundary is visible by design.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Final Defense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09960" cy="274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Selective no-label TTA can recover rare-stage Reconnaissance under held-out source-file shift when constrained by a validation-selected safety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1F2937"/>
                </a:solidFill>
              </a:defRPr>
            </a:pPr>
            <a:r>
              <a:t>Proves: locked rare-stage recovery and a safety-gated adaptation pattern.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Does not prove: universal TTA, cross-dataset TTA, or adversarial-stream robustness.</a:t>
            </a:r>
          </a:p>
          <a:p>
            <a:pPr>
              <a:defRPr sz="2100">
                <a:solidFill>
                  <a:srgbClr val="1F2937"/>
                </a:solidFill>
              </a:defRPr>
            </a:pPr>
            <a:r>
              <a:t>Next portfolio result: ATT&amp;CK TTP-set profile retrieval.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