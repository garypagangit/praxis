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Experiment 7: SEC-LoRD / DS-LoRD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B5563"/>
                </a:solidFill>
              </a:defRPr>
            </a:pPr>
            <a:r>
              <a:t>Current method is negative; redesign gate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111827"/>
                </a:solidFill>
              </a:defRPr>
            </a:pPr>
            <a:r>
              <a:t>Goal: test whether security-domain evidence improves CTI task behavior before any extraction claim.</a:t>
            </a:r>
          </a:p>
          <a:p>
            <a:pPr>
              <a:defRPr sz="2400">
                <a:solidFill>
                  <a:srgbClr val="111827"/>
                </a:solidFill>
              </a:defRPr>
            </a:pPr>
            <a:r>
              <a:t>Current broad domain-seeded prompting failed under strict parsing.</a:t>
            </a:r>
          </a:p>
          <a:p>
            <a:pPr>
              <a:defRPr sz="2400">
                <a:solidFill>
                  <a:srgbClr val="111827"/>
                </a:solidFill>
              </a:defRPr>
            </a:pPr>
            <a:r>
              <a:t>Decision: no extraction until a retrieved-evidence prompt clears a strict gate.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Paper Anchor And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08760"/>
            <a:ext cx="5303520" cy="1828800"/>
          </a:xfrm>
          <a:prstGeom prst="roundRect">
            <a:avLst/>
          </a:prstGeom>
          <a:solidFill>
            <a:srgbClr val="DBEAFE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645919"/>
            <a:ext cx="4974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Extraction anchor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011680"/>
            <a:ext cx="4974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Carlini et al. (2021). LLMs can leak or reproduce training data under extraction-style prompting.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03520" cy="1828800"/>
          </a:xfrm>
          <a:prstGeom prst="roundRect">
            <a:avLst/>
          </a:prstGeom>
          <a:solidFill>
            <a:srgbClr val="DBEAFE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1" y="1645919"/>
            <a:ext cx="4974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RAG anchor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1" y="2011680"/>
            <a:ext cx="4974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Lewis et al. (2020). Retrieval-augmented generation separates evidence from parametric recall.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57600"/>
            <a:ext cx="10881360" cy="1508760"/>
          </a:xfrm>
          <a:prstGeom prst="roundRect">
            <a:avLst/>
          </a:prstGeom>
          <a:solidFill>
            <a:srgbClr val="DCFCE7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94760"/>
            <a:ext cx="10552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160520"/>
            <a:ext cx="105521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Does question-specific CTI evidence improve strict answer compliance before any LoRD-style extraction experiment is justified?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Current Strict Audit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50876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6400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11827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11827"/>
                          </a:solidFill>
                        </a:defRPr>
                      </a:pPr>
                      <a:r>
                        <a:t>Vanilla strict acc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11827"/>
                          </a:solidFill>
                        </a:defRPr>
                      </a:pPr>
                      <a:r>
                        <a:t>Seeded strict acc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11827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11827"/>
                          </a:solidFill>
                        </a:defRPr>
                      </a:pPr>
                      <a:r>
                        <a:t>Llama-3.2-3B-Instruct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11827"/>
                          </a:solidFill>
                        </a:defRPr>
                      </a:pPr>
                      <a:r>
                        <a:t>0.276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11827"/>
                          </a:solidFill>
                        </a:defRPr>
                      </a:pPr>
                      <a:r>
                        <a:t>0.090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11827"/>
                          </a:solidFill>
                        </a:defRPr>
                      </a:pPr>
                      <a:r>
                        <a:t>-0.186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11827"/>
                          </a:solidFill>
                        </a:defRPr>
                      </a:pPr>
                      <a:r>
                        <a:t>Llama-3.1-8B-Instruct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11827"/>
                          </a:solidFill>
                        </a:defRPr>
                      </a:pPr>
                      <a:r>
                        <a:t>0.466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11827"/>
                          </a:solidFill>
                        </a:defRPr>
                      </a:pPr>
                      <a:r>
                        <a:t>0.284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11827"/>
                          </a:solidFill>
                        </a:defRPr>
                      </a:pPr>
                      <a:r>
                        <a:t>-0.182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49039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11827"/>
                </a:solidFill>
              </a:defRPr>
            </a:pPr>
            <a:r>
              <a:t>Broad seed stuffing reduced task compliance.</a:t>
            </a:r>
          </a:p>
          <a:p>
            <a:pPr>
              <a:defRPr sz="2200">
                <a:solidFill>
                  <a:srgbClr val="111827"/>
                </a:solidFill>
              </a:defRPr>
            </a:pPr>
            <a:r>
              <a:t>Seeded prompts increased invalid answers.</a:t>
            </a:r>
          </a:p>
          <a:p>
            <a:pPr>
              <a:defRPr sz="2200">
                <a:solidFill>
                  <a:srgbClr val="111827"/>
                </a:solidFill>
              </a:defRPr>
            </a:pPr>
            <a:r>
              <a:t>The current method is stopped, not rescued.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Why The Original Method Failed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111827"/>
                </a:solidFill>
              </a:defRPr>
            </a:pPr>
            <a:r>
              <a:t>The prompt injected broad domain vocabulary instead of question-specific evidence.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The model could answer in non-strict prose that the old parser would over-credit.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The corrected strict parser exposed the real failure.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Extraction would be meaningless if the attack prompt first harms basic task accuracy.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New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84124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Design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Evidence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Retrieve 1-3 short ATT&amp;CK/CTI facts tied to the question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Prompt separation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Put facts in an Evidence block, not broad domain seed lists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Answer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Force: Answer: &lt;A|B|C|D&gt;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Comparisons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Vanilla strict, retrieved-evidence prompt, broad seed negative control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Gate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70104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Retrieved-evidence strict accuracy vs vanilla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&gt;= +0.030 absolute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Invalid response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&lt;= vanilla invalid rate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Seeded negative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Reported, not hidden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Paired wins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Evidence-only wins exceed vanilla-only wins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Budget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Local or one small GPU/API batch; max 500 questions per model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Pass / Fail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5303520" cy="2194560"/>
          </a:xfrm>
          <a:prstGeom prst="roundRect">
            <a:avLst/>
          </a:prstGeom>
          <a:solidFill>
            <a:srgbClr val="DCFCE7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37360"/>
            <a:ext cx="4974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If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103120"/>
            <a:ext cx="497433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Design a separate extraction experiment. The extraction objective must not depend on broad prompt seeding improving CTI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00200"/>
            <a:ext cx="5303520" cy="2194560"/>
          </a:xfrm>
          <a:prstGeom prst="roundRect">
            <a:avLst/>
          </a:prstGeom>
          <a:solidFill>
            <a:srgbClr val="FEE2E2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1" y="1737360"/>
            <a:ext cx="4974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If fail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1" y="2103120"/>
            <a:ext cx="497433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Archive SEC-LoRD as negative for CTI-MCQ and pivot to better-labeled TTP linking or retrieval evaluation.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60520"/>
            <a:ext cx="10881360" cy="914400"/>
          </a:xfrm>
          <a:prstGeom prst="roundRect">
            <a:avLst/>
          </a:prstGeom>
          <a:solidFill>
            <a:srgbClr val="F9FAF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297680"/>
            <a:ext cx="10552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Guardrail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663440"/>
            <a:ext cx="10552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No model extraction claim until the strict answer-format gate passes.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Next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111827"/>
                </a:solidFill>
              </a:defRPr>
            </a:pPr>
            <a:r>
              <a:t>Implement retrieved-evidence prompt construction over the same CTI-MCQ set.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Run vanilla vs retrieved-evidence vs broad-seeded negative control.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Score with strict parser only.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Escalate to extraction only if the gate passes.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