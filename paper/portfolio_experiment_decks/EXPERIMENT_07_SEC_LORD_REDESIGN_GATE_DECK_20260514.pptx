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Experiment 7: SEC-LoRD / DS-LoRD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4B5563"/>
                </a:solidFill>
              </a:defRPr>
            </a:pPr>
            <a:r>
              <a:t>Current method is negative; retrieved-evidence gate is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11827"/>
                </a:solidFill>
              </a:defRPr>
            </a:pPr>
            <a:r>
              <a:t>Goal: test whether security-domain evidence improves CTI task behavior before any extraction claim.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Current broad domain-seeded prompting failed under strict parsing.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Prompt gate now exists: 500 CTI-MCQ rows with exact ATT&amp;CK evidence coverage.</a:t>
            </a:r>
          </a:p>
          <a:p>
            <a:pPr>
              <a:defRPr sz="2400">
                <a:solidFill>
                  <a:srgbClr val="111827"/>
                </a:solidFill>
              </a:defRPr>
            </a:pPr>
            <a:r>
              <a:t>Decision: no extraction until the retrieved-evidence prompt clears the strict model gate.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Paper Anchor And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530352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645919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Extraction anchor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011680"/>
            <a:ext cx="4974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Carlini et al. (2021). LLMs can leak or reproduce training data under extraction-style prompting.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DBEAFE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645919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RAG 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011680"/>
            <a:ext cx="4974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Lewis et al. (2020). Retrieval-augmented generation separates evidence from parametric recall.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10881360" cy="1508760"/>
          </a:xfrm>
          <a:prstGeom prst="roundRect">
            <a:avLst/>
          </a:prstGeom>
          <a:solidFill>
            <a:srgbClr val="DCFCE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794760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60520"/>
            <a:ext cx="105521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Does question-specific CTI evidence improve strict answer compliance before any LoRD-style extraction experiment is justified?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Current Strict Audit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087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Vanilla strict acc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Seeded strict acc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Llama-3.2-3B-Instruct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0.276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0.090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-0.186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Llama-3.1-8B-Instruct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0.466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0.284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-0.182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49039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11827"/>
                </a:solidFill>
              </a:defRPr>
            </a:pPr>
            <a:r>
              <a:t>Broad seed stuffing reduced task compliance.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Seeded prompts increased invalid answers.</a:t>
            </a:r>
          </a:p>
          <a:p>
            <a:pPr>
              <a:defRPr sz="2200">
                <a:solidFill>
                  <a:srgbClr val="111827"/>
                </a:solidFill>
              </a:defRPr>
            </a:pPr>
            <a:r>
              <a:t>The current method is stopped, not rescued.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Why The Original Method Failed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The prompt injected broad domain vocabulary instead of question-specific evidence.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The model could answer in non-strict prose that the old parser would over-credit.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The corrected strict parser exposed the real failure.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Extraction would be meaningless if the attack prompt first harms basic task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New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84124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Evidence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Retrieve 1-3 short ATT&amp;CK/CTI facts tied to the question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Prompt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Put facts in an Evidence block, not broad domain seed lists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Answer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Force: Answer: &lt;A|B|C|D&gt;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Vanilla strict, retrieved-evidence prompt, broad seed negative control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Gate Input Is Now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827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CTI-MCQ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Rows with exact ATT&amp;CK technique 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Rows with evidence snippets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Evidence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Output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827"/>
                          </a:solidFill>
                        </a:defRPr>
                      </a:pPr>
                      <a:r>
                        <a:t>Answer: &lt;A|B|C|D&gt;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892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827"/>
                </a:solidFill>
              </a:defRPr>
            </a:pPr>
            <a:r>
              <a:t>Artifact: runs/sec-lord-retrieved-evidence-gate-20260514/retrieved_evidence_prompts.jsonl</a:t>
            </a:r>
          </a:p>
          <a:p>
            <a:pPr>
              <a:defRPr sz="1700">
                <a:solidFill>
                  <a:srgbClr val="111827"/>
                </a:solidFill>
              </a:defRPr>
            </a:pPr>
            <a:r>
              <a:t>Report: reports/sec_lord_ds_lord/SEC_LORD_RETRIEVED_EVIDENCE_GATE_READY_20260514.md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Gate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7010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11827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Retrieved-evidence strict accuracy vs vanilla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&gt;= +0.030 absolute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Invalid 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&lt;= vanilla invalid rate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Seeded negative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Reported, not hidden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Paired 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Evidence-only wins exceed vanilla-only wins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11827"/>
                          </a:solidFill>
                        </a:defRPr>
                      </a:pPr>
                      <a:r>
                        <a:t>Local or one small GPU/API batch; max 500 questions per model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Pass / Fail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303520" cy="2194560"/>
          </a:xfrm>
          <a:prstGeom prst="roundRect">
            <a:avLst/>
          </a:prstGeom>
          <a:solidFill>
            <a:srgbClr val="DCFCE7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737360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If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103120"/>
            <a:ext cx="49743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Design a separate extraction experiment. The extraction objective must not depend on broad prompt seeding improving CTI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03520" cy="2194560"/>
          </a:xfrm>
          <a:prstGeom prst="roundRect">
            <a:avLst/>
          </a:prstGeom>
          <a:solidFill>
            <a:srgbClr val="FEE2E2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737360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If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2103120"/>
            <a:ext cx="497433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Archive SEC-LoRD as negative for CTI-MCQ and pivot to better-labeled TTP linking or retrieval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10881360" cy="91440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297680"/>
            <a:ext cx="10552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827"/>
                </a:solidFill>
              </a:defRPr>
            </a:pPr>
            <a:r>
              <a:t>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663440"/>
            <a:ext cx="10552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11827"/>
                </a:solidFill>
              </a:defRPr>
            </a:pPr>
            <a:r>
              <a:t>No model extraction claim until the strict answer-format gate passes.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01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Next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09960" cy="320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11827"/>
                </a:solidFill>
              </a:defRPr>
            </a:pPr>
            <a:r>
              <a:t>Run vanilla vs retrieved-evidence vs broad-seeded negative control.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Score with strict parser only.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Pass requires retrieved evidence &gt;= vanilla +0.030 absolute and no worse invalid rate.</a:t>
            </a:r>
          </a:p>
          <a:p>
            <a:pPr>
              <a:defRPr sz="2300">
                <a:solidFill>
                  <a:srgbClr val="111827"/>
                </a:solidFill>
              </a:defRPr>
            </a:pPr>
            <a:r>
              <a:t>Escalate to extraction only if the gate passes.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