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scope discipline: this is profile retrieval, not actor authorship.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clean claim is that five observed TTPs are enough for strong candidate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Experiment 3: ATT&amp;CK TTP-Set Profile Retrieval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B5563"/>
                </a:solidFill>
              </a:defRPr>
            </a:pPr>
            <a:r>
              <a:t>Second narrow positive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111827"/>
                </a:solidFill>
              </a:defRPr>
            </a:pPr>
            <a:r>
              <a:t>Goal: rank likely ATT&amp;CK group profiles from a small observed set of techniques.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Current status: selected as result #2, with scope narrowed away from prose attribution.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Headline: 5-shot top-5 accuracy is 0.960 for overlap and 0.879 for SVD.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Paper Anchor And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303520" cy="1920240"/>
          </a:xfrm>
          <a:prstGeom prst="roundRect">
            <a:avLst/>
          </a:prstGeom>
          <a:solidFill>
            <a:srgbClr val="DBEAF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37360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Primary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103120"/>
            <a:ext cx="49743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Strom et al. (2020), MITRE ATT&amp;CK: Design and philosophy. ATT&amp;CK provides empirically grounded adversary technique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03520" cy="1920240"/>
          </a:xfrm>
          <a:prstGeom prst="roundRect">
            <a:avLst/>
          </a:prstGeom>
          <a:solidFill>
            <a:srgbClr val="DCFCE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737360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103120"/>
            <a:ext cx="497433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There is no formal few-shot retrieval protocol that asks how many observed TTPs are enough to recover likely group profiles.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40480"/>
            <a:ext cx="10881360" cy="1234440"/>
          </a:xfrm>
          <a:prstGeom prst="roundRect">
            <a:avLst/>
          </a:prstGeom>
          <a:solidFill>
            <a:srgbClr val="F9FAF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977640"/>
            <a:ext cx="10552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343400"/>
            <a:ext cx="10552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Hamilton et al. (2017) motivates graph embeddings, but the local GraphSAGE pilot failed. The selected result is the simple retrieval protocol.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162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ATT&amp;CK group-technique matrix: 174 groups, 697 techniques, 4546 edges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Eligible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121 groups with degree &gt;= 10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Sample k techniques from a known group, k in {1, 3, 5, 10}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Top-1, Top-5, Top-10, MRR, median rank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Profile retrieval from TTP sets, not CTI prose attribution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Main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3560"/>
                <a:gridCol w="1813560"/>
                <a:gridCol w="1813560"/>
                <a:gridCol w="1813560"/>
                <a:gridCol w="1813560"/>
                <a:gridCol w="1813560"/>
              </a:tblGrid>
              <a:tr h="8229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Top-1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Top-5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Median rank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svd32_graph_embedding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0.479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svd32_graph_embedding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0.879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Negative GNN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8229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Top-5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Median rank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known_profile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overlap_cosine_train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known_profile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svd32_train_graph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known_profile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graphsage_linkpred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60.0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held_edge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graphsage_linkpred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0.073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34.0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Allowed Claims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Allowed: five observed ATT&amp;CK techniques can retrieve correct group profiles with high top-5 accuracy.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Allowed: SVD group-technique embeddings preserve useful retrieval signal.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Not allowed: GraphSAGE is better than simple baselines.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Not allowed: CTI prose attribution or actor authorship is solved.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Next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Add random and frequency-prior baselines.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Add degree-bucket analysis to test whether high-degree groups dominate performance.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Add example retrievals: query TTPs, top candidates, and why the correct group ranked where it did.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Convert the result report into a compact thesis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