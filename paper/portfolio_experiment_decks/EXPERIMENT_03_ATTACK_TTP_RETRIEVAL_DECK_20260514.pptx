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scope discipline: this is profile retrieval, not actor authorship.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closeout claim is now stronger: retrieval beats random and frequency-prior floors while preserving the original overlap/SVD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Experiment 3: ATT&amp;CK TTP-Set Profile Retrieval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B5563"/>
                </a:solidFill>
              </a:defRPr>
            </a:pPr>
            <a:r>
              <a:t>Second narrow positive candidate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11827"/>
                </a:solidFill>
              </a:defRPr>
            </a:pPr>
            <a:r>
              <a:t>Goal: rank likely ATT&amp;CK group profiles from a small observed set of techniques.</a:t>
            </a:r>
          </a:p>
          <a:p>
            <a:pPr>
              <a:defRPr sz="2400">
                <a:solidFill>
                  <a:srgbClr val="111827"/>
                </a:solidFill>
              </a:defRPr>
            </a:pPr>
            <a:r>
              <a:t>Current status: selected as result #2, with scope narrowed away from prose attribution.</a:t>
            </a:r>
          </a:p>
          <a:p>
            <a:pPr>
              <a:defRPr sz="2400">
                <a:solidFill>
                  <a:srgbClr val="111827"/>
                </a:solidFill>
              </a:defRPr>
            </a:pPr>
            <a:r>
              <a:t>Headline: 5-shot top-5 accuracy is 0.960 for overlap and 0.879 for SVD.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Paper Anchor And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303520" cy="1920240"/>
          </a:xfrm>
          <a:prstGeom prst="round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737360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Primary anchor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103120"/>
            <a:ext cx="49743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11827"/>
                </a:solidFill>
              </a:defRPr>
            </a:pPr>
            <a:r>
              <a:t>Strom et al. (2020), MITRE ATT&amp;CK: Design and philosophy. ATT&amp;CK provides empirically grounded adversary technique profiles.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303520" cy="1920240"/>
          </a:xfrm>
          <a:prstGeom prst="roundRect">
            <a:avLst/>
          </a:prstGeom>
          <a:solidFill>
            <a:srgbClr val="DCFCE7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737360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2103120"/>
            <a:ext cx="49743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11827"/>
                </a:solidFill>
              </a:defRPr>
            </a:pPr>
            <a:r>
              <a:t>There is no formal few-shot retrieval protocol that asks how many observed TTPs are enough to recover likely group profiles.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840480"/>
            <a:ext cx="10881360" cy="1234440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977640"/>
            <a:ext cx="10552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343400"/>
            <a:ext cx="105521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11827"/>
                </a:solidFill>
              </a:defRPr>
            </a:pPr>
            <a:r>
              <a:t>Hamilton et al. (2017) motivates graph embeddings, but the local GraphSAGE pilot failed. The selected result is the simple retrieval protocol.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Protocol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7162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ATT&amp;CK group-technique matrix: 174 groups, 697 techniques, 4546 edges</a:t>
                      </a:r>
                    </a:p>
                  </a:txBody>
                  <a:tcPr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Eligible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121 groups with degree &gt;= 10</a:t>
                      </a:r>
                    </a:p>
                  </a:txBody>
                  <a:tcPr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Sample k techniques from a known group, k in {1, 3, 5, 10}</a:t>
                      </a:r>
                    </a:p>
                  </a:txBody>
                  <a:tcPr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Top-1, Top-5, Top-10, MRR, median rank</a:t>
                      </a:r>
                    </a:p>
                  </a:txBody>
                  <a:tcPr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Profile retrieval from TTP sets, not CTI prose attribution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Main Result With Floor Baselines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8229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Shots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Top-1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Top-5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MRR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Median rank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Lift vs random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random_uniform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84.0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1.0x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frequency_prior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61.0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1.5x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overlap_cosine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34.2x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svd32_graph_embedding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0.879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31.3x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Degree-Bucket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58782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Bucket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Top-5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MRR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Median rank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overlap_cosine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overlap_cosine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0.866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overlap_cosine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svd32_graph_embedding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0.951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0.866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svd32_graph_embedding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svd32_graph_embedding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0.659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Negative GNN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8229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Shots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Top-5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Median rank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known_profile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overlap_cosine_train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known_profile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svd32_train_graph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known_profile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graphsage_linkpred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60.0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held_edge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graphsage_linkpred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0.073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34.0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Allowed Claims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11827"/>
                </a:solidFill>
              </a:defRPr>
            </a:pPr>
            <a:r>
              <a:t>Allowed: five observed ATT&amp;CK techniques can retrieve correct group profiles with high top-5 accuracy.</a:t>
            </a:r>
          </a:p>
          <a:p>
            <a:pPr>
              <a:defRPr sz="2300">
                <a:solidFill>
                  <a:srgbClr val="111827"/>
                </a:solidFill>
              </a:defRPr>
            </a:pPr>
            <a:r>
              <a:t>Allowed: SVD group-technique embeddings preserve useful retrieval signal.</a:t>
            </a:r>
          </a:p>
          <a:p>
            <a:pPr>
              <a:defRPr sz="2300">
                <a:solidFill>
                  <a:srgbClr val="111827"/>
                </a:solidFill>
              </a:defRPr>
            </a:pPr>
            <a:r>
              <a:t>Not allowed: GraphSAGE is better than simple baselines.</a:t>
            </a:r>
          </a:p>
          <a:p>
            <a:pPr>
              <a:defRPr sz="2300">
                <a:solidFill>
                  <a:srgbClr val="111827"/>
                </a:solidFill>
              </a:defRPr>
            </a:pPr>
            <a:r>
              <a:t>Not allowed: CTI prose attribution or actor authorship is solved.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Next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11827"/>
                </a:solidFill>
              </a:defRPr>
            </a:pPr>
            <a:r>
              <a:t>Add random and frequency-prior baselines.</a:t>
            </a:r>
          </a:p>
          <a:p>
            <a:pPr>
              <a:defRPr sz="2300">
                <a:solidFill>
                  <a:srgbClr val="111827"/>
                </a:solidFill>
              </a:defRPr>
            </a:pPr>
            <a:r>
              <a:t>Add degree-bucket analysis to test whether high-degree groups dominate performance.</a:t>
            </a:r>
          </a:p>
          <a:p>
            <a:pPr>
              <a:defRPr sz="2300">
                <a:solidFill>
                  <a:srgbClr val="111827"/>
                </a:solidFill>
              </a:defRPr>
            </a:pPr>
            <a:r>
              <a:t>Add example retrievals: query TTPs, top candidates, and why the correct group ranked where it did.</a:t>
            </a:r>
          </a:p>
          <a:p>
            <a:pPr>
              <a:defRPr sz="2300">
                <a:solidFill>
                  <a:srgbClr val="111827"/>
                </a:solidFill>
              </a:defRPr>
            </a:pPr>
            <a:r>
              <a:t>Convert the result report into a compact thesis 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